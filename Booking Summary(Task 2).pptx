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21B41"/>
          </a:solidFill>
          <a:ln w="12700">
            <a:solidFill>
              <a:srgbClr val="021B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drives a customer to complete a booking?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5486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D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RandomForest model on 50,000 customer booking attempts (15% completed a booking)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9875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12 variables by importance</a:t>
            </a:r>
            <a:endParaRPr lang="en-US" sz="1300" dirty="0"/>
          </a:p>
        </p:txBody>
      </p:sp>
      <p:pic>
        <p:nvPicPr>
          <p:cNvPr id="6" name="Image 0" descr="Bar chart of the top 12 variables by RandomForest import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25880"/>
            <a:ext cx="4846320" cy="3028950"/>
          </a:xfrm>
          <a:prstGeom prst="rect">
            <a:avLst/>
          </a:prstGeom>
        </p:spPr>
      </p:pic>
      <p:sp>
        <p:nvSpPr>
          <p:cNvPr id="7" name="Metric card 1"/>
          <p:cNvSpPr/>
          <p:nvPr/>
        </p:nvSpPr>
        <p:spPr>
          <a:xfrm>
            <a:off x="5486400" y="1005840"/>
            <a:ext cx="1097280" cy="7772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0" y="104241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E2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0.77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486400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(5-fold CV)</a:t>
            </a:r>
            <a:endParaRPr lang="en-US" sz="1000" dirty="0"/>
          </a:p>
        </p:txBody>
      </p:sp>
      <p:sp>
        <p:nvSpPr>
          <p:cNvPr id="10" name="Metric card 2"/>
          <p:cNvSpPr/>
          <p:nvPr/>
        </p:nvSpPr>
        <p:spPr>
          <a:xfrm>
            <a:off x="6675120" y="1005840"/>
            <a:ext cx="1097280" cy="7772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75120" y="104241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E2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675120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000" dirty="0"/>
          </a:p>
        </p:txBody>
      </p:sp>
      <p:sp>
        <p:nvSpPr>
          <p:cNvPr id="13" name="Metric card 3"/>
          <p:cNvSpPr/>
          <p:nvPr/>
        </p:nvSpPr>
        <p:spPr>
          <a:xfrm>
            <a:off x="7863840" y="1005840"/>
            <a:ext cx="1097280" cy="7772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63840" y="104241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E2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7863840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0" y="2212848"/>
            <a:ext cx="3383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021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matters most.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 of Malaysia-origin customers book vs 5% from Australia.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021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planning is key.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3-7 day stays convert at 19% vs 10% for 14-30 days.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021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Extras signal intent.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 book when all 3 extras are chosen vs 11% with none.</a:t>
            </a:r>
            <a:endParaRPr lang="en-US" sz="1100" dirty="0"/>
          </a:p>
        </p:txBody>
      </p:sp>
      <p:sp>
        <p:nvSpPr>
          <p:cNvPr id="18" name="Recommendation box"/>
          <p:cNvSpPr/>
          <p:nvPr/>
        </p:nvSpPr>
        <p:spPr>
          <a:xfrm>
            <a:off x="5486400" y="3840480"/>
            <a:ext cx="3383280" cy="777240"/>
          </a:xfrm>
          <a:prstGeom prst="rect">
            <a:avLst/>
          </a:prstGeom>
          <a:solidFill>
            <a:srgbClr val="021B41"/>
          </a:solidFill>
          <a:ln w="12700">
            <a:solidFill>
              <a:srgbClr val="021B4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577840" y="385876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high-converting markets and promote extras early in the booking flow.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features: lead_per_pax, stay_x_pax, total_extras. Metrics from 5-fold cross-validation (hold-out test AUC 0.78). Importance shows association, not cause.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booking prediction - summary</dc:title>
  <dc:subject>PptxGenJS Presentation</dc:subject>
  <dc:creator>PptxGenJS</dc:creator>
  <cp:lastModifiedBy>PptxGenJS</cp:lastModifiedBy>
  <cp:revision>1</cp:revision>
  <dcterms:created xsi:type="dcterms:W3CDTF">2026-10-21T06:03:08Z</dcterms:created>
  <dcterms:modified xsi:type="dcterms:W3CDTF">2026-10-21T06:03:08Z</dcterms:modified>
</cp:coreProperties>
</file>